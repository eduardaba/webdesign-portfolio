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pic>
        <p:nvPicPr>
          <p:cNvPr id="41" name="Image 0" descr="/tmp/hero_hi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1628">
              <a:alpha val="8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APOSTILA DE CSS · TURMA B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4864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Zero ao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Responsivo</a:t>
            </a:r>
            <a:endParaRPr lang="en-US" sz="6000" dirty="0"/>
          </a:p>
        </p:txBody>
      </p:sp>
      <p:sp>
        <p:nvSpPr>
          <p:cNvPr id="46" name="Text 43"/>
          <p:cNvSpPr/>
          <p:nvPr/>
        </p:nvSpPr>
        <p:spPr>
          <a:xfrm>
            <a:off x="54864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 — Segunda Guerra Mundial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54864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Responsivo — Construindo uma linha do tempo do conflito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8640" y="539496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5394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Prático em Aula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13h20 – 13h40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01752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Boas-vindas, objetivos e criação da base HTML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24231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13h40 – 14h20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017520" y="2423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e 2 — 3 formas de aplicar CSS + Hierarquia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301752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14h20 – 15h00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017520" y="3017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3 e 4 — Tipografia, unidades e Box Model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361188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15h00 – 15h25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01752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2062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15h30 – 16h20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017520" y="4206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5 e 6 — Fundos, Flexbox e interações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48640" y="48006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16h20 – 16h40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017520" y="4800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 — Responsividade com Media Queries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48640" y="53949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394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16h40 – 17h00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3017520" y="5394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 e envio ao GitHub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82880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 poder estético do CSS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7920" y="1828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82880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22376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hierarquia e cascata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8640" y="2834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283464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155448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 e formatação de texto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17920" y="2834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283464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722376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medida (px, rem, em, %, vw)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48640" y="3840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384048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155448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e espaçamentos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17920" y="3840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384048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2376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— layouts profissionais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48640" y="48463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84632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1554480" y="4846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(mobile-first)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17920" y="48463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484632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7223760" y="4846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com imagens no CSS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48640" y="58521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5852160"/>
            <a:ext cx="73152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5852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1554480" y="5852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no GitHub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CSS?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 — a camada visual da web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 HTML define a ESTRUTURA (o que existe), o CSS define a APARÊNCIA (como se vê): cores, tamanhos, espaçamentos, tipografia e responsividade.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48640" y="32004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3200400"/>
            <a:ext cx="73152" cy="2468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Mapa do território (estrutura)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7240" y="379476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invisível. O que sustenta tudo por dentro.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nada existe.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17920" y="32004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200400"/>
            <a:ext cx="73152" cy="24688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As tropas, uniformes e estratégia visual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6520" y="379476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que se vê. Cor, forma, movimento e identidade.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tudo parece cru.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5806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HTML é o mapa que define o território. O CSS são as tropas, os uniformes e a estratégia — o que o inimigo (usuário) enxerga."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página: Linha do Tempo — Segunda Guerra Mundial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pasta do projeto e um arquivo index.html com esta estrutura — já traz MENU, 3 SEÇÕES e RODAPÉ: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03120"/>
            <a:ext cx="11155680" cy="4206240"/>
          </a:xfrm>
          <a:prstGeom prst="roundRect">
            <a:avLst>
              <a:gd name="adj" fmla="val 108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224028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class="topo"&gt;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class="logo"&gt;Linha do Tempo — Segunda Guerra Mundial&lt;/h1&gt;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class="menu"&gt;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href="#s1"&gt;Contexto&lt;/a&gt;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href="#s2"&gt;Principais Eventos&lt;/a&gt;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href="#s3"&gt;Consequências&lt;/a&gt;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id="s1"&gt;&lt;h2&gt;Contexto&lt;/h2&gt;...&lt;/section&gt;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id="s2"&gt;&lt;h2&gt;Principais Eventos&lt;/h2&gt;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class="cards"&gt;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&lt;img src="img/blitzkrieg.png" alt="Foto histórica da Blitzkrieg"&gt;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&lt;h3&gt;Blitzkrieg&lt;/h3&gt;&lt;p&gt;Guerra-relâmpago alemã na Europa.&lt;/p&gt;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class="card"&gt;&lt;h3&gt;Dia D&lt;/h3&gt;&lt;p&gt;Desembarque aliado na Normandia.&lt;/p&gt;&lt;/div&gt;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class="card"&gt;&lt;h3&gt;Hiroshima&lt;/h3&gt;&lt;p&gt;O fim da guerra no Pacífico.&lt;/p&gt;&lt;/div&gt;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id="s3"&gt;&lt;h2&gt;Consequências&lt;/h2&gt;...&lt;/section&gt;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 class="rodape"&gt;© Aula CSS · Turma B&lt;/footer&gt;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Comando (CSS)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💉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17373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1: CSS Inline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7373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tag (atributo style)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73736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Ordem gritada no campo (inline)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15200" y="205740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52360" y="2377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— mistura estrutura e estilo.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33756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💊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173736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2: CSS Interno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17373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&lt;style&gt; no &lt;head&gt;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3736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Boletim interno do quartel (&lt;style&gt;)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0" y="356616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52360" y="3886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protótipos rápidos.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8463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029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62" name="Text 60"/>
          <p:cNvSpPr/>
          <p:nvPr/>
        </p:nvSpPr>
        <p:spPr>
          <a:xfrm>
            <a:off x="173736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3: CSS Externo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173736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separado .css (via &lt;link&gt;)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7373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Manual oficial do exército (.css)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315200" y="507492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5120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52360" y="5394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Padrão profissional.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Especificidade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vence quando duas regras conflitam? O CSS segue uma ORDEM clara — é o C de Cascading.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h1, button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42900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42900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361188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.card, .destaque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30936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100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0936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649224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#menu-topo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8972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8972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 tudo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18972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937260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7260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style="..."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" y="4937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prefira CLASSES. IDs apenas para elementos únicos (ex.: âncoras de menu).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548640" y="55778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577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inline vence porque está "colado" ao elemento. Mas quebra a manutenção — evite no dia a dia.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Estratégica de Medidas (Unidades de Medida)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737360"/>
            <a:ext cx="91440" cy="2194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265176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Canhão (fixo) — absoluto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7724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FIXA e RÍGIDA.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estica nem encolhe.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finas, sombras precisas, elementos que nunca mudam.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17373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1737360"/>
            <a:ext cx="91440" cy="2194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832104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EM — crescimento global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4652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ao tamanho base do &lt;html&gt;. Se o usuário der zoom, TUDO cresce junto.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4652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margens globais.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para acessibilidade!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4069080"/>
            <a:ext cx="91440" cy="2194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265176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local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7724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ao PRÓPRIO elemento (ou ao pai). Cresce com a fonte dele.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interno de botões — o espaço acompanha a fonte.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17920" y="40690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069080"/>
            <a:ext cx="91440" cy="2194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 / vh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832104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 — campo de visão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44652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1vw = 1% da largura da tela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1vh = 1% da altura da tela.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4652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em tela cheia (100vh), títulos hero gigantes.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usar cada unidade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1115568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93776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unidade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219456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2194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do body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3776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a preferência do usuário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de títulos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3776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296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junto com o resto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329184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3291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/ margin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93776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ou em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22960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a tipografia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3152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container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93776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 max-width em rem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2960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Fluido, mas com limite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8640" y="438912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hero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93776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min-height: 100vh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22960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a tela inteira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31520" y="4937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e sombras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93776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22960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que não escalam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548640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5486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leitura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93776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65ch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229600" y="5486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confortáveis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48640" y="6172200"/>
            <a:ext cx="11155680" cy="320040"/>
          </a:xfrm>
          <a:prstGeom prst="roundRect">
            <a:avLst>
              <a:gd name="adj" fmla="val 11429"/>
            </a:avLst>
          </a:prstGeom>
          <a:solidFill>
            <a:srgbClr val="0710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prática: rem para tudo com texto, % para larguras, vh/vw para seção cheia, px só para bordas.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— Território Militar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914400" y="201168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1440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0" y="2468880"/>
            <a:ext cx="4114800" cy="3200400"/>
          </a:xfrm>
          <a:prstGeom prst="rect">
            <a:avLst/>
          </a:prstGeom>
          <a:solidFill>
            <a:srgbClr val="334155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0" y="2926080"/>
            <a:ext cx="3200400" cy="2286000"/>
          </a:xfrm>
          <a:prstGeom prst="rect">
            <a:avLst/>
          </a:prstGeom>
          <a:solidFill>
            <a:srgbClr val="475569"/>
          </a:solidFill>
          <a:ln w="12700">
            <a:solidFill>
              <a:srgbClr val="7ED4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0" y="3474720"/>
            <a:ext cx="2286000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0" y="3474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400800" y="201168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2011680"/>
            <a:ext cx="73152" cy="868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62940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militar — o comando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0" y="30175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3017520"/>
            <a:ext cx="73152" cy="868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8" name="Text 56"/>
          <p:cNvSpPr/>
          <p:nvPr/>
        </p:nvSpPr>
        <p:spPr>
          <a:xfrm>
            <a:off x="66294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62940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de segurança interno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400800" y="402336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4023360"/>
            <a:ext cx="73152" cy="868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2" name="Text 60"/>
          <p:cNvSpPr/>
          <p:nvPr/>
        </p:nvSpPr>
        <p:spPr>
          <a:xfrm>
            <a:off x="66294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629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Muralha / trincheira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400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0" y="5029200"/>
            <a:ext cx="73152" cy="868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6" name="Text 64"/>
          <p:cNvSpPr/>
          <p:nvPr/>
        </p:nvSpPr>
        <p:spPr>
          <a:xfrm>
            <a:off x="662940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62940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neutra entre territórios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básico + box-sizing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isto no topo do seu style.css — é o primeiro passo de todo projeto profissional: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03120"/>
            <a:ext cx="5486400" cy="3291840"/>
          </a:xfrm>
          <a:prstGeom prst="roundRect">
            <a:avLst>
              <a:gd name="adj" fmla="val 1389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224028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Reset básico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Tipografia global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'Inter', Arial, sans-serif;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#2c3e50;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box-sizing: border-box?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3680" y="2697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ele: width:200 + padding:20 = 240px (a caixa CRESCE).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ele: o navegador RESPEITA os 200px e encolhe o conteúdo por dentro.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comportamento intuitivo — por isso aplicamos em * (todos).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Formação de Batalha (Flexbox) (Flexbox)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transforma &lt;div&gt;s que se empilhariam em um sistema perfeitamente alinhado no espaço.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11155680" cy="2926080"/>
          </a:xfrm>
          <a:prstGeom prst="roundRect">
            <a:avLst>
              <a:gd name="adj" fmla="val 3125"/>
            </a:avLst>
          </a:prstGeom>
          <a:solidFill>
            <a:srgbClr val="0F1E36"/>
          </a:solidFill>
          <a:ln w="25400">
            <a:solidFill>
              <a:srgbClr val="FBBF24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flex;   justify-content: space-between;   gap: 15px;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972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Aliados 🇺🇸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554480" y="3886200"/>
            <a:ext cx="237744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972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 ⚔️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5212080" y="3886200"/>
            <a:ext cx="237744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7548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4124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🏳️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8869680" y="3886200"/>
            <a:ext cx="237744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display: flex ativa a musculatura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→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5760720"/>
            <a:ext cx="11155680" cy="68580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760720"/>
            <a:ext cx="54864" cy="685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.cards { display: flex; justify-content: space-between; gap: 15px; }   .card { flex: 1; }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Estilizando Menu, Seções e Rodapé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577840" cy="4572000"/>
          </a:xfrm>
          <a:prstGeom prst="roundRect">
            <a:avLst>
              <a:gd name="adj" fmla="val 1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737360"/>
            <a:ext cx="54864" cy="4572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874520"/>
            <a:ext cx="53035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.topo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90deg, #0891b2, #22d3ee);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sticky;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 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1.5rem;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1737360"/>
            <a:ext cx="5394960" cy="4572000"/>
          </a:xfrm>
          <a:prstGeom prst="roundRect">
            <a:avLst>
              <a:gd name="adj" fmla="val 1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1737360"/>
            <a:ext cx="54864" cy="4572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187452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3rem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1100px;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4px 12px rgba(0,0,0,.08);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.rodape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#0f172a;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#cbd5e1;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Fotografias Históricas — As Imagens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imagens são as fotografias que documentam o conflito — a prova visual que reforça a narrativa."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94560"/>
            <a:ext cx="73152" cy="4206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Preparar a imagem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77240" y="2651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Crie a pasta img/ dentro do projeto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Salve arquivos em .jpg (fotos) ou .png (com transparência)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.svg para ícones e ilustrações vetoriais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Nomes sem espaço nem acento (ex.: coracao.png)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Inserir no HTML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7724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src → caminho do arquivo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 → descrição (acessibilidade e SEO)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width/height → opcional, mas ajuda o 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Sempre escreva alt significativo!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09360" y="2194560"/>
            <a:ext cx="5394960" cy="4206240"/>
          </a:xfrm>
          <a:prstGeom prst="roundRect">
            <a:avLst>
              <a:gd name="adj" fmla="val 108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219456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23317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estrutura da pasta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blitzkrieg.png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no HTML, dentro de um card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src="img/blitzkrieg.png"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alt="Foto histórica da Blitzkrieg"&gt;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&lt;h3&gt;Blitzkrieg&lt;/h3&gt;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&lt;p&gt;Guerra-relâmpago alemã na Europa.&lt;/p&gt;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Tratando Imagens com CSS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CSS, a imagem entra no tamanho original — quase sempre errado. Estas são as propriedades essenciais: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488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48840"/>
            <a:ext cx="73152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7724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extrapola o container — evita quebrar o layout no mobile.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21488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148840"/>
            <a:ext cx="73152" cy="1188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auto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4652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proporção original quando a largura muda.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3474720"/>
            <a:ext cx="73152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cover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724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 área definida sem distorcer (recorta o excesso).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3474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3474720"/>
            <a:ext cx="73152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12px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4652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arredondados — dá acabamento profissional.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48006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4800600"/>
            <a:ext cx="73152" cy="1188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7724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 sutil que destaca a imagem do fundo.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0" y="48006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800600"/>
            <a:ext cx="73152" cy="1188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grayscale/blur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44652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visuais: preto e branco, desfoque, brilho.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617220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6172200"/>
            <a:ext cx="54864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1" name="Text 69"/>
          <p:cNvSpPr/>
          <p:nvPr/>
        </p:nvSpPr>
        <p:spPr>
          <a:xfrm>
            <a:off x="731520" y="630936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img { max-width: 100%; height: auto; border-radius: 12px; object-fit: cover; }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Responsivas e de Fundo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 &lt;img&gt; responsiva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15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que APARECE no HTML (conteúdo). Precisa de alt.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27432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2743200"/>
            <a:ext cx="54864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img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200px;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 cover;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09360" y="17373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background-image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4922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DECORATIVA via CSS. Não aparece no HTML.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92240" y="27432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743200"/>
            <a:ext cx="54864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667512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url('img/fundo.jpg')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center/cover no-repeat;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60vh;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710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Boas práticas com imagens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152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Otimize antes de subir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8680" y="50017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TinyPNG / Squoosh — imagens leves = site rápido.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Sempre defina alt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55080" y="50017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+ SEO + fallback se a imagem falhar.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152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Prefira max-width: 100%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686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estouro horizontal no celular.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1792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&lt;img&gt; = conteúdo · background = decoração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3550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 para escolher o certo.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— Adaptação de Terreno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exército adapta-se ao terreno — floresta, deserto, cidade. O CSS responsivo faz a página adaptar-se a cada tela."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📱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54864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64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até 600px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coluna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4340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💻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434340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4340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601–1024px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34340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colunas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13816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3816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57" name="Text 55"/>
          <p:cNvSpPr/>
          <p:nvPr/>
        </p:nvSpPr>
        <p:spPr>
          <a:xfrm>
            <a:off x="813816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13816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+1025px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13816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colunas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297680"/>
            <a:ext cx="11155680" cy="2011680"/>
          </a:xfrm>
          <a:prstGeom prst="roundRect">
            <a:avLst>
              <a:gd name="adj" fmla="val 2273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297680"/>
            <a:ext cx="54864" cy="2011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44348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.cards { flex-direction: column;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.menu  { flex-direction: column; align-items: flex-start;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h1     { font-size: 2rem;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Publicando no GitHub — Via Interface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371600" y="17373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1737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conta em github.com e clique em "New repository".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371600" y="251460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4480" y="2514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(ex.: aula-css-corpo-humano) e marque "Public".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1371600" y="32918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4480" y="3291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do repositório, clique em "uploading an existing file".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1371600" y="406908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54480" y="4069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index.html e style.css. Clique em "Commit changes".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1371600" y="484632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48463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Settings → Pages → escolha branch main e clique Save.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48640" y="566928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669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1371600" y="56235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54480" y="5623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1 minuto. Sua página estará no ar em usuario.github.io/repo!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Publicando no GitHub — Via Terminal (opcional)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11155680" cy="3200400"/>
          </a:xfrm>
          <a:prstGeom prst="roundRect">
            <a:avLst>
              <a:gd name="adj" fmla="val 1429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828800"/>
            <a:ext cx="54864" cy="3200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96596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Dentro da pasta do projeto: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"primeira versão da aula de CSS"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Conecte ao repositório vazio criado no GitHub: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https://github.com/SEU-USUARIO/aula-css.git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Envie: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21208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Dica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3152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pedir login, use um Personal Access Token (Settings → Developer settings). Muito mais seguro que senha.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325880" y="1828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tem MENU, 3 SEÇÕES e RODAPÉ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0" y="182880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995160" y="1828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está em arquivo externo style.css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28803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32588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aplicado no *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217920" y="28803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55080" y="306324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99516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usa rem — acessibilidade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48640" y="393192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132588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usam Flexbox com gap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217920" y="393192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55080" y="411480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99516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"gruda" no topo (position: sticky)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48640" y="49834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" y="516636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325880" y="4983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para mobile (&lt; 600px)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217920" y="49834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55080" y="516636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6995160" y="4983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publicado no GitHub Pages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B · História — Segunda Guerra Mundial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pic>
        <p:nvPicPr>
          <p:cNvPr id="41" name="Image 0" descr="/tmp/hero_hi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7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sair do HTML puro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publicou uma página estilizada e responsiva.</a:t>
            </a:r>
            <a:endParaRPr lang="en-US" sz="3800" dirty="0"/>
          </a:p>
        </p:txBody>
      </p:sp>
      <p:sp>
        <p:nvSpPr>
          <p:cNvPr id="45" name="Text 42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 B · História — Segunda Guerra Mundial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explorando — CSS é a arte de fazer o pixel se mover.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Apostila CSS — Turma B — História — Segunda Guerra Mundial</dc:title>
  <dc:subject>PptxGenJS Presentation</dc:subject>
  <dc:creator>Aula de CSS</dc:creator>
  <cp:lastModifiedBy>Aula de CSS</cp:lastModifiedBy>
  <cp:revision>1</cp:revision>
  <dcterms:created xsi:type="dcterms:W3CDTF">2026-07-20T14:33:43Z</dcterms:created>
  <dcterms:modified xsi:type="dcterms:W3CDTF">2026-07-20T14:33:43Z</dcterms:modified>
</cp:coreProperties>
</file>